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8"/>
    <p:restoredTop sz="94649"/>
  </p:normalViewPr>
  <p:slideViewPr>
    <p:cSldViewPr snapToGrid="0">
      <p:cViewPr varScale="1">
        <p:scale>
          <a:sx n="102" d="100"/>
          <a:sy n="102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70FA-1316-24D7-8136-C14AD3D96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7F97D-17F8-947B-080E-B495A77C4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A3BC7-CD29-AA1C-1AF5-9F53F1285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4F5A3-5D28-E8CF-4C0F-C8C82484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1DEE4-5F82-2288-2E69-6CC61125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0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CAE1-1ED7-914B-4832-9C5DF8E0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6F8D3-9BAF-D202-034A-8BB7AE2B0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BFFC4-B84A-8CBA-63AD-54DA02DE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C87D7-3984-5FD0-5265-5045374F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96912-9E44-48C4-0A91-A4EAF86C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41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9961-2283-7929-BA6B-F5FE9504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076E2-AA18-4D20-9439-148299BA4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7F458-4266-7E85-A995-9F331136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E6356-1607-9517-4E74-621EE4EC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AACD0-1DC0-DF40-1753-4AC0B60D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6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F95C-C0F6-E966-4DCE-EE32314B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48A3A-F18B-98C7-FCF6-A06576623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92A07-B744-5527-D78B-454C20D22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769CF-D376-B3D9-CC2E-FFFA8B8F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3BC13-A2F3-CFA8-0CEC-2922DD35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D5707-CD3B-7F1F-389B-FA3088D5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82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E058-BF24-BEA8-5C1D-AD1C6A5F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0579A-84D5-450C-CEB7-275190245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E2A30-E97E-299C-BC38-39986CF93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28FC3-3428-ABE5-32C8-434809A56F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D6DEF-50C5-91D7-E8F3-36BCA3C76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F0FDF-6987-E617-94BC-D65FE551F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5A57D-D41E-F56F-139E-724A1AD6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886607-4426-9EC2-4F32-71EBC5D3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28A3-212F-15E0-9510-342BCDE3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70167-C370-8C98-27A1-5487FF73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0A170-E649-F235-DDE9-DFCE33AD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0EE37-B0BA-550E-B7D1-24242A9A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4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58553-DEFE-21DF-CBC2-D5AFDBCB1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9C1DD8-5C28-6790-AC31-7439309C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08D8B-F2D5-9529-DF95-FD13977D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0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E0A3-4AEC-61C3-8847-A0423AF7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DCDED-6068-732B-AA26-6A31DCB1A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C155D-9129-FBB4-05B0-AC1BE13D5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B6D86-A2EC-801E-1352-19076681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49DE8-2F60-8101-EA34-9C64F9D9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24065-7201-CFD9-B587-1991181A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6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C304-43B0-AF75-9385-E83F7A8B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7EB41E-8AEE-CD6D-ABAC-3C0F593EE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E0C76-D2A0-AE72-F3A2-B89241BF1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F22E8-0BEF-FB54-0E75-D7508FE5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5CC77-8FAD-38A4-41D1-CF07C0CE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46F4E-8A6F-B04A-D14D-8FA06C88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0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E69F7-F7F1-124C-359D-21CDFA228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BEA02-706E-1233-7785-C7ACEAEF9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D542D-498E-AA05-459A-27978536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4080C-55B8-1791-41C3-6283B6D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C07E4-2AE1-B9E3-B222-D27F0A02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1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70BD8-5E43-D638-8DF4-1F4657C03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C13BE-7388-112F-8370-2BA9B2B0F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3C7D3-0516-02E9-8D34-83CA8740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BBB60-CBAF-06D5-AA02-BE303F47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E2E37-8A07-20D8-4474-3281E6FA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7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0579A-629F-E4C0-63A1-3D09184C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828FD-5EC5-3854-203A-3C1E7794B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8F445-8BAF-79EE-5479-C4CCB924A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312331-683C-6242-A439-A32F74D1F7C7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A601E-88E4-B7FF-BE16-9B9885846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FD3CF-0047-EF7E-CD2C-DA396E73E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3BA0B-627C-3746-8C38-165E5C61F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6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1A66-D62D-BF49-0BCC-BE9BF834C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0AAE7-5CF9-4A8B-9C1A-10C8B2F25F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07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 Sharma</dc:creator>
  <cp:lastModifiedBy>Gia Sharma</cp:lastModifiedBy>
  <cp:revision>1</cp:revision>
  <dcterms:created xsi:type="dcterms:W3CDTF">2024-11-05T00:25:03Z</dcterms:created>
  <dcterms:modified xsi:type="dcterms:W3CDTF">2024-11-05T00:25:23Z</dcterms:modified>
</cp:coreProperties>
</file>